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" cy="91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7B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76"/>
  </p:normalViewPr>
  <p:slideViewPr>
    <p:cSldViewPr snapToGrid="0" snapToObjects="1" showGuides="1">
      <p:cViewPr varScale="1">
        <p:scale>
          <a:sx n="400" d="100"/>
          <a:sy n="400" d="100"/>
        </p:scale>
        <p:origin x="2348" y="224"/>
      </p:cViewPr>
      <p:guideLst>
        <p:guide orient="horz" pos="288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" y="149648"/>
            <a:ext cx="777240" cy="318347"/>
          </a:xfrm>
        </p:spPr>
        <p:txBody>
          <a:bodyPr anchor="b"/>
          <a:lstStyle>
            <a:lvl1pPr algn="ctr">
              <a:defRPr sz="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" y="480272"/>
            <a:ext cx="685800" cy="220768"/>
          </a:xfrm>
        </p:spPr>
        <p:txBody>
          <a:bodyPr/>
          <a:lstStyle>
            <a:lvl1pPr marL="0" indent="0" algn="ctr">
              <a:buNone/>
              <a:defRPr sz="240"/>
            </a:lvl1pPr>
            <a:lvl2pPr marL="45720" indent="0" algn="ctr">
              <a:buNone/>
              <a:defRPr sz="200"/>
            </a:lvl2pPr>
            <a:lvl3pPr marL="91440" indent="0" algn="ctr">
              <a:buNone/>
              <a:defRPr sz="180"/>
            </a:lvl3pPr>
            <a:lvl4pPr marL="137160" indent="0" algn="ctr">
              <a:buNone/>
              <a:defRPr sz="160"/>
            </a:lvl4pPr>
            <a:lvl5pPr marL="182880" indent="0" algn="ctr">
              <a:buNone/>
              <a:defRPr sz="160"/>
            </a:lvl5pPr>
            <a:lvl6pPr marL="228600" indent="0" algn="ctr">
              <a:buNone/>
              <a:defRPr sz="160"/>
            </a:lvl6pPr>
            <a:lvl7pPr marL="274320" indent="0" algn="ctr">
              <a:buNone/>
              <a:defRPr sz="160"/>
            </a:lvl7pPr>
            <a:lvl8pPr marL="320040" indent="0" algn="ctr">
              <a:buNone/>
              <a:defRPr sz="160"/>
            </a:lvl8pPr>
            <a:lvl9pPr marL="365760" indent="0" algn="ctr">
              <a:buNone/>
              <a:defRPr sz="1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73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89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" y="227965"/>
            <a:ext cx="788670" cy="380365"/>
          </a:xfrm>
        </p:spPr>
        <p:txBody>
          <a:bodyPr anchor="b"/>
          <a:lstStyle>
            <a:lvl1pPr>
              <a:defRPr sz="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9" y="611929"/>
            <a:ext cx="788670" cy="200025"/>
          </a:xfrm>
        </p:spPr>
        <p:txBody>
          <a:bodyPr/>
          <a:lstStyle>
            <a:lvl1pPr marL="0" indent="0">
              <a:buNone/>
              <a:defRPr sz="240">
                <a:solidFill>
                  <a:schemeClr val="tx1"/>
                </a:solidFill>
              </a:defRPr>
            </a:lvl1pPr>
            <a:lvl2pPr marL="45720" indent="0">
              <a:buNone/>
              <a:defRPr sz="200">
                <a:solidFill>
                  <a:schemeClr val="tx1">
                    <a:tint val="75000"/>
                  </a:schemeClr>
                </a:solidFill>
              </a:defRPr>
            </a:lvl2pPr>
            <a:lvl3pPr marL="91440" indent="0">
              <a:buNone/>
              <a:defRPr sz="180">
                <a:solidFill>
                  <a:schemeClr val="tx1">
                    <a:tint val="75000"/>
                  </a:schemeClr>
                </a:solidFill>
              </a:defRPr>
            </a:lvl3pPr>
            <a:lvl4pPr marL="13716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4pPr>
            <a:lvl5pPr marL="18288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5pPr>
            <a:lvl6pPr marL="22860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6pPr>
            <a:lvl7pPr marL="27432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7pPr>
            <a:lvl8pPr marL="32004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8pPr>
            <a:lvl9pPr marL="365760" indent="0">
              <a:buNone/>
              <a:defRPr sz="1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" y="243417"/>
            <a:ext cx="38862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" y="243417"/>
            <a:ext cx="38862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87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48683"/>
            <a:ext cx="788670" cy="176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" y="224155"/>
            <a:ext cx="386834" cy="109855"/>
          </a:xfrm>
        </p:spPr>
        <p:txBody>
          <a:bodyPr anchor="b"/>
          <a:lstStyle>
            <a:lvl1pPr marL="0" indent="0">
              <a:buNone/>
              <a:defRPr sz="240" b="1"/>
            </a:lvl1pPr>
            <a:lvl2pPr marL="45720" indent="0">
              <a:buNone/>
              <a:defRPr sz="200" b="1"/>
            </a:lvl2pPr>
            <a:lvl3pPr marL="91440" indent="0">
              <a:buNone/>
              <a:defRPr sz="180" b="1"/>
            </a:lvl3pPr>
            <a:lvl4pPr marL="137160" indent="0">
              <a:buNone/>
              <a:defRPr sz="160" b="1"/>
            </a:lvl4pPr>
            <a:lvl5pPr marL="182880" indent="0">
              <a:buNone/>
              <a:defRPr sz="160" b="1"/>
            </a:lvl5pPr>
            <a:lvl6pPr marL="228600" indent="0">
              <a:buNone/>
              <a:defRPr sz="160" b="1"/>
            </a:lvl6pPr>
            <a:lvl7pPr marL="274320" indent="0">
              <a:buNone/>
              <a:defRPr sz="160" b="1"/>
            </a:lvl7pPr>
            <a:lvl8pPr marL="320040" indent="0">
              <a:buNone/>
              <a:defRPr sz="160" b="1"/>
            </a:lvl8pPr>
            <a:lvl9pPr marL="365760" indent="0">
              <a:buNone/>
              <a:defRPr sz="1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" y="334010"/>
            <a:ext cx="386834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" y="224155"/>
            <a:ext cx="388739" cy="109855"/>
          </a:xfrm>
        </p:spPr>
        <p:txBody>
          <a:bodyPr anchor="b"/>
          <a:lstStyle>
            <a:lvl1pPr marL="0" indent="0">
              <a:buNone/>
              <a:defRPr sz="240" b="1"/>
            </a:lvl1pPr>
            <a:lvl2pPr marL="45720" indent="0">
              <a:buNone/>
              <a:defRPr sz="200" b="1"/>
            </a:lvl2pPr>
            <a:lvl3pPr marL="91440" indent="0">
              <a:buNone/>
              <a:defRPr sz="180" b="1"/>
            </a:lvl3pPr>
            <a:lvl4pPr marL="137160" indent="0">
              <a:buNone/>
              <a:defRPr sz="160" b="1"/>
            </a:lvl4pPr>
            <a:lvl5pPr marL="182880" indent="0">
              <a:buNone/>
              <a:defRPr sz="160" b="1"/>
            </a:lvl5pPr>
            <a:lvl6pPr marL="228600" indent="0">
              <a:buNone/>
              <a:defRPr sz="160" b="1"/>
            </a:lvl6pPr>
            <a:lvl7pPr marL="274320" indent="0">
              <a:buNone/>
              <a:defRPr sz="160" b="1"/>
            </a:lvl7pPr>
            <a:lvl8pPr marL="320040" indent="0">
              <a:buNone/>
              <a:defRPr sz="160" b="1"/>
            </a:lvl8pPr>
            <a:lvl9pPr marL="365760" indent="0">
              <a:buNone/>
              <a:defRPr sz="1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" y="334010"/>
            <a:ext cx="388739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7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62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26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" y="131657"/>
            <a:ext cx="462915" cy="649817"/>
          </a:xfrm>
        </p:spPr>
        <p:txBody>
          <a:bodyPr/>
          <a:lstStyle>
            <a:lvl1pPr>
              <a:defRPr sz="320"/>
            </a:lvl1pPr>
            <a:lvl2pPr>
              <a:defRPr sz="280"/>
            </a:lvl2pPr>
            <a:lvl3pPr>
              <a:defRPr sz="240"/>
            </a:lvl3pPr>
            <a:lvl4pPr>
              <a:defRPr sz="200"/>
            </a:lvl4pPr>
            <a:lvl5pPr>
              <a:defRPr sz="200"/>
            </a:lvl5pPr>
            <a:lvl6pPr>
              <a:defRPr sz="200"/>
            </a:lvl6pPr>
            <a:lvl7pPr>
              <a:defRPr sz="200"/>
            </a:lvl7pPr>
            <a:lvl8pPr>
              <a:defRPr sz="200"/>
            </a:lvl8pPr>
            <a:lvl9pPr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60"/>
            </a:lvl1pPr>
            <a:lvl2pPr marL="45720" indent="0">
              <a:buNone/>
              <a:defRPr sz="140"/>
            </a:lvl2pPr>
            <a:lvl3pPr marL="91440" indent="0">
              <a:buNone/>
              <a:defRPr sz="120"/>
            </a:lvl3pPr>
            <a:lvl4pPr marL="137160" indent="0">
              <a:buNone/>
              <a:defRPr sz="100"/>
            </a:lvl4pPr>
            <a:lvl5pPr marL="182880" indent="0">
              <a:buNone/>
              <a:defRPr sz="100"/>
            </a:lvl5pPr>
            <a:lvl6pPr marL="228600" indent="0">
              <a:buNone/>
              <a:defRPr sz="100"/>
            </a:lvl6pPr>
            <a:lvl7pPr marL="274320" indent="0">
              <a:buNone/>
              <a:defRPr sz="100"/>
            </a:lvl7pPr>
            <a:lvl8pPr marL="320040" indent="0">
              <a:buNone/>
              <a:defRPr sz="100"/>
            </a:lvl8pPr>
            <a:lvl9pPr marL="365760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1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" y="60960"/>
            <a:ext cx="294918" cy="213360"/>
          </a:xfrm>
        </p:spPr>
        <p:txBody>
          <a:bodyPr anchor="b"/>
          <a:lstStyle>
            <a:lvl1pPr>
              <a:defRPr sz="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" y="131657"/>
            <a:ext cx="462915" cy="649817"/>
          </a:xfrm>
        </p:spPr>
        <p:txBody>
          <a:bodyPr anchor="t"/>
          <a:lstStyle>
            <a:lvl1pPr marL="0" indent="0">
              <a:buNone/>
              <a:defRPr sz="320"/>
            </a:lvl1pPr>
            <a:lvl2pPr marL="45720" indent="0">
              <a:buNone/>
              <a:defRPr sz="280"/>
            </a:lvl2pPr>
            <a:lvl3pPr marL="91440" indent="0">
              <a:buNone/>
              <a:defRPr sz="240"/>
            </a:lvl3pPr>
            <a:lvl4pPr marL="137160" indent="0">
              <a:buNone/>
              <a:defRPr sz="200"/>
            </a:lvl4pPr>
            <a:lvl5pPr marL="182880" indent="0">
              <a:buNone/>
              <a:defRPr sz="200"/>
            </a:lvl5pPr>
            <a:lvl6pPr marL="228600" indent="0">
              <a:buNone/>
              <a:defRPr sz="200"/>
            </a:lvl6pPr>
            <a:lvl7pPr marL="274320" indent="0">
              <a:buNone/>
              <a:defRPr sz="200"/>
            </a:lvl7pPr>
            <a:lvl8pPr marL="320040" indent="0">
              <a:buNone/>
              <a:defRPr sz="200"/>
            </a:lvl8pPr>
            <a:lvl9pPr marL="365760" indent="0">
              <a:buNone/>
              <a:defRPr sz="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" y="274320"/>
            <a:ext cx="294918" cy="508212"/>
          </a:xfrm>
        </p:spPr>
        <p:txBody>
          <a:bodyPr/>
          <a:lstStyle>
            <a:lvl1pPr marL="0" indent="0">
              <a:buNone/>
              <a:defRPr sz="160"/>
            </a:lvl1pPr>
            <a:lvl2pPr marL="45720" indent="0">
              <a:buNone/>
              <a:defRPr sz="140"/>
            </a:lvl2pPr>
            <a:lvl3pPr marL="91440" indent="0">
              <a:buNone/>
              <a:defRPr sz="120"/>
            </a:lvl3pPr>
            <a:lvl4pPr marL="137160" indent="0">
              <a:buNone/>
              <a:defRPr sz="100"/>
            </a:lvl4pPr>
            <a:lvl5pPr marL="182880" indent="0">
              <a:buNone/>
              <a:defRPr sz="100"/>
            </a:lvl5pPr>
            <a:lvl6pPr marL="228600" indent="0">
              <a:buNone/>
              <a:defRPr sz="100"/>
            </a:lvl6pPr>
            <a:lvl7pPr marL="274320" indent="0">
              <a:buNone/>
              <a:defRPr sz="100"/>
            </a:lvl7pPr>
            <a:lvl8pPr marL="320040" indent="0">
              <a:buNone/>
              <a:defRPr sz="100"/>
            </a:lvl8pPr>
            <a:lvl9pPr marL="365760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2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" y="48683"/>
            <a:ext cx="197168" cy="774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" y="48683"/>
            <a:ext cx="580073" cy="774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A22B8-63A7-0B4B-8E24-0ECAB5ED9B02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8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" y="48683"/>
            <a:ext cx="788670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" y="243417"/>
            <a:ext cx="788670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A22B8-63A7-0B4B-8E24-0ECAB5ED9B02}" type="datetimeFigureOut">
              <a:rPr lang="en-US" smtClean="0"/>
              <a:t>9/7/2023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" y="847514"/>
            <a:ext cx="30861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" y="847514"/>
            <a:ext cx="20574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DDC75-EA97-EE4F-8FDF-E38CA79F3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81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" rtl="0" eaLnBrk="1" latinLnBrk="0" hangingPunct="1">
        <a:lnSpc>
          <a:spcPct val="90000"/>
        </a:lnSpc>
        <a:spcBef>
          <a:spcPct val="0"/>
        </a:spcBef>
        <a:buNone/>
        <a:defRPr sz="4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" indent="-22860" algn="l" defTabSz="9144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28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" indent="-22860" algn="l" defTabSz="91440" rtl="0" eaLnBrk="1" latinLnBrk="0" hangingPunct="1">
        <a:lnSpc>
          <a:spcPct val="90000"/>
        </a:lnSpc>
        <a:spcBef>
          <a:spcPts val="50"/>
        </a:spcBef>
        <a:buFont typeface="Arial" panose="020B0604020202020204" pitchFamily="34" charset="0"/>
        <a:buChar char="•"/>
        <a:defRPr sz="1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" algn="l" defTabSz="91440" rtl="0" eaLnBrk="1" latinLnBrk="0" hangingPunct="1">
        <a:defRPr sz="1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7B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14F69-4E23-8D4F-9F01-9AC22C064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50900"/>
            <a:ext cx="914400" cy="65087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441609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&gt;</dc:title>
  <dc:creator>George Buzzell</dc:creator>
  <cp:lastModifiedBy>Felix Zakirov</cp:lastModifiedBy>
  <cp:revision>2</cp:revision>
  <dcterms:created xsi:type="dcterms:W3CDTF">2022-03-03T01:00:16Z</dcterms:created>
  <dcterms:modified xsi:type="dcterms:W3CDTF">2023-09-08T02:36:47Z</dcterms:modified>
</cp:coreProperties>
</file>