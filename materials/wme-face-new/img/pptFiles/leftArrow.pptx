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7B92B-193A-1B48-96AD-64DDCAFEABC1}" v="5" dt="2024-03-13T00:06:12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6197"/>
  </p:normalViewPr>
  <p:slideViewPr>
    <p:cSldViewPr snapToGrid="0" snapToObjects="1" showGuides="1">
      <p:cViewPr varScale="1">
        <p:scale>
          <a:sx n="400" d="100"/>
          <a:sy n="400" d="100"/>
        </p:scale>
        <p:origin x="3688" y="1664"/>
      </p:cViewPr>
      <p:guideLst>
        <p:guide orient="horz" pos="288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ks Zakirov" userId="75deeb83-8a4d-46da-b8af-22b033dad7b8" providerId="ADAL" clId="{9FA7B92B-193A-1B48-96AD-64DDCAFEABC1}"/>
    <pc:docChg chg="undo custSel modSld">
      <pc:chgData name="Feliks Zakirov" userId="75deeb83-8a4d-46da-b8af-22b033dad7b8" providerId="ADAL" clId="{9FA7B92B-193A-1B48-96AD-64DDCAFEABC1}" dt="2024-03-13T00:06:20.827" v="80" actId="1035"/>
      <pc:docMkLst>
        <pc:docMk/>
      </pc:docMkLst>
      <pc:sldChg chg="addSp delSp modSp mod">
        <pc:chgData name="Feliks Zakirov" userId="75deeb83-8a4d-46da-b8af-22b033dad7b8" providerId="ADAL" clId="{9FA7B92B-193A-1B48-96AD-64DDCAFEABC1}" dt="2024-03-13T00:06:20.827" v="80" actId="1035"/>
        <pc:sldMkLst>
          <pc:docMk/>
          <pc:sldMk cId="3441609194" sldId="256"/>
        </pc:sldMkLst>
        <pc:spChg chg="add del mod">
          <ac:chgData name="Feliks Zakirov" userId="75deeb83-8a4d-46da-b8af-22b033dad7b8" providerId="ADAL" clId="{9FA7B92B-193A-1B48-96AD-64DDCAFEABC1}" dt="2024-03-13T00:06:20.827" v="80" actId="1035"/>
          <ac:spMkLst>
            <pc:docMk/>
            <pc:sldMk cId="3441609194" sldId="256"/>
            <ac:spMk id="2" creationId="{D9714F69-4E23-8D4F-9F01-9AC22C064555}"/>
          </ac:spMkLst>
        </pc:spChg>
        <pc:spChg chg="add mod">
          <ac:chgData name="Feliks Zakirov" userId="75deeb83-8a4d-46da-b8af-22b033dad7b8" providerId="ADAL" clId="{9FA7B92B-193A-1B48-96AD-64DDCAFEABC1}" dt="2024-03-13T00:03:44.978" v="0" actId="767"/>
          <ac:spMkLst>
            <pc:docMk/>
            <pc:sldMk cId="3441609194" sldId="256"/>
            <ac:spMk id="3" creationId="{432420AA-7182-BB59-EB94-B4EB69710CA0}"/>
          </ac:spMkLst>
        </pc:spChg>
        <pc:spChg chg="add del mod">
          <ac:chgData name="Feliks Zakirov" userId="75deeb83-8a4d-46da-b8af-22b033dad7b8" providerId="ADAL" clId="{9FA7B92B-193A-1B48-96AD-64DDCAFEABC1}" dt="2024-03-13T00:05:55.782" v="9" actId="478"/>
          <ac:spMkLst>
            <pc:docMk/>
            <pc:sldMk cId="3441609194" sldId="256"/>
            <ac:spMk id="5" creationId="{5FB747AC-AEB2-0CFC-2CF5-D601B71330E3}"/>
          </ac:spMkLst>
        </pc:spChg>
        <pc:spChg chg="add del mod">
          <ac:chgData name="Feliks Zakirov" userId="75deeb83-8a4d-46da-b8af-22b033dad7b8" providerId="ADAL" clId="{9FA7B92B-193A-1B48-96AD-64DDCAFEABC1}" dt="2024-03-13T00:06:12.715" v="72" actId="767"/>
          <ac:spMkLst>
            <pc:docMk/>
            <pc:sldMk cId="3441609194" sldId="256"/>
            <ac:spMk id="6" creationId="{87171D50-DE94-6C96-DCB7-403A6B8DC1E9}"/>
          </ac:spMkLst>
        </pc:spChg>
        <pc:spChg chg="add del mod">
          <ac:chgData name="Feliks Zakirov" userId="75deeb83-8a4d-46da-b8af-22b033dad7b8" providerId="ADAL" clId="{9FA7B92B-193A-1B48-96AD-64DDCAFEABC1}" dt="2024-03-13T00:06:12.243" v="71" actId="767"/>
          <ac:spMkLst>
            <pc:docMk/>
            <pc:sldMk cId="3441609194" sldId="256"/>
            <ac:spMk id="7" creationId="{CF9AB172-BB55-145B-4E21-A21296C5AD36}"/>
          </ac:spMkLst>
        </pc:spChg>
        <pc:spChg chg="add del mod">
          <ac:chgData name="Feliks Zakirov" userId="75deeb83-8a4d-46da-b8af-22b033dad7b8" providerId="ADAL" clId="{9FA7B92B-193A-1B48-96AD-64DDCAFEABC1}" dt="2024-03-13T00:06:19.121" v="75" actId="478"/>
          <ac:spMkLst>
            <pc:docMk/>
            <pc:sldMk cId="3441609194" sldId="256"/>
            <ac:spMk id="9" creationId="{B137B1DC-C627-9B5D-65D2-DC43B609C1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" y="149648"/>
            <a:ext cx="777240" cy="318347"/>
          </a:xfrm>
        </p:spPr>
        <p:txBody>
          <a:bodyPr anchor="b"/>
          <a:lstStyle>
            <a:lvl1pPr algn="ctr"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480272"/>
            <a:ext cx="685800" cy="220768"/>
          </a:xfrm>
        </p:spPr>
        <p:txBody>
          <a:bodyPr/>
          <a:lstStyle>
            <a:lvl1pPr marL="0" indent="0" algn="ctr">
              <a:buNone/>
              <a:defRPr sz="240"/>
            </a:lvl1pPr>
            <a:lvl2pPr marL="45720" indent="0" algn="ctr">
              <a:buNone/>
              <a:defRPr sz="200"/>
            </a:lvl2pPr>
            <a:lvl3pPr marL="91440" indent="0" algn="ctr">
              <a:buNone/>
              <a:defRPr sz="180"/>
            </a:lvl3pPr>
            <a:lvl4pPr marL="137160" indent="0" algn="ctr">
              <a:buNone/>
              <a:defRPr sz="160"/>
            </a:lvl4pPr>
            <a:lvl5pPr marL="182880" indent="0" algn="ctr">
              <a:buNone/>
              <a:defRPr sz="160"/>
            </a:lvl5pPr>
            <a:lvl6pPr marL="228600" indent="0" algn="ctr">
              <a:buNone/>
              <a:defRPr sz="160"/>
            </a:lvl6pPr>
            <a:lvl7pPr marL="274320" indent="0" algn="ctr">
              <a:buNone/>
              <a:defRPr sz="160"/>
            </a:lvl7pPr>
            <a:lvl8pPr marL="320040" indent="0" algn="ctr">
              <a:buNone/>
              <a:defRPr sz="160"/>
            </a:lvl8pPr>
            <a:lvl9pPr marL="365760" indent="0" algn="ctr">
              <a:buNone/>
              <a:defRPr sz="1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7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89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" y="227965"/>
            <a:ext cx="788670" cy="380365"/>
          </a:xfrm>
        </p:spPr>
        <p:txBody>
          <a:bodyPr anchor="b"/>
          <a:lstStyle>
            <a:lvl1pPr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" y="611929"/>
            <a:ext cx="788670" cy="200025"/>
          </a:xfrm>
        </p:spPr>
        <p:txBody>
          <a:bodyPr/>
          <a:lstStyle>
            <a:lvl1pPr marL="0" indent="0">
              <a:buNone/>
              <a:defRPr sz="240">
                <a:solidFill>
                  <a:schemeClr val="tx1"/>
                </a:solidFill>
              </a:defRPr>
            </a:lvl1pPr>
            <a:lvl2pPr marL="45720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2pPr>
            <a:lvl3pPr marL="91440" indent="0">
              <a:buNone/>
              <a:defRPr sz="180">
                <a:solidFill>
                  <a:schemeClr val="tx1">
                    <a:tint val="75000"/>
                  </a:schemeClr>
                </a:solidFill>
              </a:defRPr>
            </a:lvl3pPr>
            <a:lvl4pPr marL="13716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4pPr>
            <a:lvl5pPr marL="18288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5pPr>
            <a:lvl6pPr marL="22860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6pPr>
            <a:lvl7pPr marL="27432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7pPr>
            <a:lvl8pPr marL="32004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8pPr>
            <a:lvl9pPr marL="36576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87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48683"/>
            <a:ext cx="78867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" y="224155"/>
            <a:ext cx="386834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" y="334010"/>
            <a:ext cx="386834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" y="224155"/>
            <a:ext cx="388739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" y="334010"/>
            <a:ext cx="388739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7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6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2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" y="131657"/>
            <a:ext cx="462915" cy="649817"/>
          </a:xfrm>
        </p:spPr>
        <p:txBody>
          <a:bodyPr/>
          <a:lstStyle>
            <a:lvl1pPr>
              <a:defRPr sz="320"/>
            </a:lvl1pPr>
            <a:lvl2pPr>
              <a:defRPr sz="280"/>
            </a:lvl2pPr>
            <a:lvl3pPr>
              <a:defRPr sz="240"/>
            </a:lvl3pPr>
            <a:lvl4pPr>
              <a:defRPr sz="200"/>
            </a:lvl4pPr>
            <a:lvl5pPr>
              <a:defRPr sz="200"/>
            </a:lvl5pPr>
            <a:lvl6pPr>
              <a:defRPr sz="200"/>
            </a:lvl6pPr>
            <a:lvl7pPr>
              <a:defRPr sz="200"/>
            </a:lvl7pPr>
            <a:lvl8pPr>
              <a:defRPr sz="200"/>
            </a:lvl8pPr>
            <a:lvl9pPr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1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" y="131657"/>
            <a:ext cx="462915" cy="649817"/>
          </a:xfrm>
        </p:spPr>
        <p:txBody>
          <a:bodyPr anchor="t"/>
          <a:lstStyle>
            <a:lvl1pPr marL="0" indent="0">
              <a:buNone/>
              <a:defRPr sz="320"/>
            </a:lvl1pPr>
            <a:lvl2pPr marL="45720" indent="0">
              <a:buNone/>
              <a:defRPr sz="280"/>
            </a:lvl2pPr>
            <a:lvl3pPr marL="91440" indent="0">
              <a:buNone/>
              <a:defRPr sz="240"/>
            </a:lvl3pPr>
            <a:lvl4pPr marL="137160" indent="0">
              <a:buNone/>
              <a:defRPr sz="200"/>
            </a:lvl4pPr>
            <a:lvl5pPr marL="182880" indent="0">
              <a:buNone/>
              <a:defRPr sz="200"/>
            </a:lvl5pPr>
            <a:lvl6pPr marL="228600" indent="0">
              <a:buNone/>
              <a:defRPr sz="200"/>
            </a:lvl6pPr>
            <a:lvl7pPr marL="274320" indent="0">
              <a:buNone/>
              <a:defRPr sz="200"/>
            </a:lvl7pPr>
            <a:lvl8pPr marL="320040" indent="0">
              <a:buNone/>
              <a:defRPr sz="200"/>
            </a:lvl8pPr>
            <a:lvl9pPr marL="365760" indent="0">
              <a:buNone/>
              <a:defRPr sz="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2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" y="48683"/>
            <a:ext cx="197168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" y="48683"/>
            <a:ext cx="580073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" y="48683"/>
            <a:ext cx="78867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" y="243417"/>
            <a:ext cx="78867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A22B8-63A7-0B4B-8E24-0ECAB5ED9B02}" type="datetimeFigureOut">
              <a:rPr lang="en-US" smtClean="0"/>
              <a:t>3/12/24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" y="847514"/>
            <a:ext cx="30861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8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" rtl="0" eaLnBrk="1" latinLnBrk="0" hangingPunct="1">
        <a:lnSpc>
          <a:spcPct val="90000"/>
        </a:lnSpc>
        <a:spcBef>
          <a:spcPct val="0"/>
        </a:spcBef>
        <a:buNone/>
        <a:defRPr sz="4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" indent="-22860" algn="l" defTabSz="9144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28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7B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4F69-4E23-8D4F-9F01-9AC22C06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47725"/>
            <a:ext cx="914400" cy="6508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420AA-7182-BB59-EB94-B4EB69710CA0}"/>
              </a:ext>
            </a:extLst>
          </p:cNvPr>
          <p:cNvSpPr txBox="1"/>
          <p:nvPr/>
        </p:nvSpPr>
        <p:spPr>
          <a:xfrm>
            <a:off x="-479425" y="-7715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609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&lt;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&gt;</dc:title>
  <dc:creator>George Buzzell</dc:creator>
  <cp:lastModifiedBy>Feliks Zakirov</cp:lastModifiedBy>
  <cp:revision>3</cp:revision>
  <dcterms:created xsi:type="dcterms:W3CDTF">2022-03-03T01:00:16Z</dcterms:created>
  <dcterms:modified xsi:type="dcterms:W3CDTF">2024-03-13T00:06:29Z</dcterms:modified>
</cp:coreProperties>
</file>